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IDs are issued only with photo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New student orientation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What happens in the first week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Day 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Collect your student ID from the front desk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Activate your LMS account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Meet your programme lead at 2 pm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Who to contact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Admissions Ops for enrollment. IT Support for accounts.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student orientation</dc:title>
  <dc:subject>PptxGenJS Presentation</dc:subject>
  <dc:creator>PptxGenJS</dc:creator>
  <cp:lastModifiedBy>PptxGenJS</cp:lastModifiedBy>
  <cp:revision>1</cp:revision>
  <dcterms:created xsi:type="dcterms:W3CDTF">2026-09-27T09:50:40Z</dcterms:created>
  <dcterms:modified xsi:type="dcterms:W3CDTF">2026-09-27T09:50:40Z</dcterms:modified>
</cp:coreProperties>
</file>